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62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64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36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71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26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567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5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85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747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66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66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5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90101-CC02-49A1-BAAE-2D0C6DB6CD3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A209F-5731-4D5C-AA79-5FA01E50B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13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err="1"/>
              <a:t>웹페이지</a:t>
            </a:r>
            <a:r>
              <a:rPr lang="ko-KR" altLang="en-US"/>
              <a:t> 기획서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8470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0"/>
            <a:ext cx="12192000" cy="14042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1404233"/>
            <a:ext cx="12192000" cy="4165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510395" y="510930"/>
            <a:ext cx="12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검색창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123113" y="3117547"/>
            <a:ext cx="466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커피를 만들고 있는 동영상 재생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5" y="523701"/>
            <a:ext cx="1350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아메리카노</a:t>
            </a:r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1091" y="517450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마끼아또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6249" y="540327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카푸치노</a:t>
            </a:r>
            <a:r>
              <a:rPr lang="ko-KR" alt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3343" y="540327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라떼</a:t>
            </a:r>
            <a:r>
              <a:rPr lang="ko-KR" altLang="en-US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189"/>
            <a:ext cx="172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연한 색상 박스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2398" y="523701"/>
            <a:ext cx="72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food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2459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0"/>
            <a:ext cx="12192000" cy="14042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399138" y="523701"/>
            <a:ext cx="64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로고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5" y="523701"/>
            <a:ext cx="1350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아메리카노</a:t>
            </a:r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1091" y="517450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마끼아또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6249" y="540327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카푸치노</a:t>
            </a:r>
            <a:r>
              <a:rPr lang="ko-KR" alt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3343" y="540327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라떼</a:t>
            </a:r>
            <a:r>
              <a:rPr lang="ko-KR" altLang="en-US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189"/>
            <a:ext cx="172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연한 색상 박스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2398" y="523701"/>
            <a:ext cx="897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/>
              <a:t>Food</a:t>
            </a:r>
          </a:p>
          <a:p>
            <a:r>
              <a:rPr lang="ko-KR" altLang="en-US" b="1" u="sng" dirty="0" err="1"/>
              <a:t>클릭시</a:t>
            </a:r>
            <a:r>
              <a:rPr lang="ko-KR" altLang="en-US" dirty="0"/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6286500" y="4080133"/>
            <a:ext cx="2188325" cy="1374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샌드위치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3863" y="2226432"/>
            <a:ext cx="205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food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8552326" y="4080133"/>
            <a:ext cx="2393411" cy="1374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과일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4080133"/>
            <a:ext cx="1163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샌드위치의 간단한 이미지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2326" y="4080133"/>
            <a:ext cx="1163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과일의 간단한 이미지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6286500" y="2253990"/>
            <a:ext cx="2101614" cy="1427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브레드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8465616" y="2253990"/>
            <a:ext cx="2480122" cy="1427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케이크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2267099"/>
            <a:ext cx="1163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브레드의</a:t>
            </a:r>
            <a:r>
              <a:rPr lang="ko-KR" altLang="en-US" dirty="0"/>
              <a:t> 간단한 이미지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4825" y="2229322"/>
            <a:ext cx="1044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케이크의 간단한 이미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EE1F7-617A-6990-7769-ECF5C97F3A0C}"/>
              </a:ext>
            </a:extLst>
          </p:cNvPr>
          <p:cNvSpPr txBox="1"/>
          <p:nvPr/>
        </p:nvSpPr>
        <p:spPr>
          <a:xfrm>
            <a:off x="2433035" y="2703432"/>
            <a:ext cx="20532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메뉴</a:t>
            </a:r>
            <a:endParaRPr lang="en-US" altLang="ko-KR"/>
          </a:p>
          <a:p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브레드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케이크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샌드위치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과일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342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0"/>
            <a:ext cx="12192000" cy="110559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0698" y="458368"/>
            <a:ext cx="64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로고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2439" y="426871"/>
            <a:ext cx="1350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 err="1"/>
              <a:t>아메리카노</a:t>
            </a:r>
            <a:endParaRPr lang="en-US" altLang="ko-KR" b="1" u="sng" dirty="0"/>
          </a:p>
          <a:p>
            <a:r>
              <a:rPr lang="ko-KR" altLang="en-US" b="1" u="sng" dirty="0" err="1"/>
              <a:t>클릭시</a:t>
            </a:r>
            <a:endParaRPr lang="en-US" altLang="ko-KR" b="1" u="sng" dirty="0"/>
          </a:p>
          <a:p>
            <a:r>
              <a:rPr lang="ko-KR" alt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6477" y="519204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마끼아또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7376" y="519204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카푸치노</a:t>
            </a:r>
            <a:r>
              <a:rPr lang="ko-KR" alt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3343" y="514706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라떼</a:t>
            </a:r>
            <a:r>
              <a:rPr lang="ko-KR" altLang="en-US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189"/>
            <a:ext cx="172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연한 색상 박스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7949" y="1280160"/>
            <a:ext cx="240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아메리카노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0" y="1663129"/>
            <a:ext cx="12192000" cy="2344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74225" y="2389876"/>
            <a:ext cx="4422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아메리카노</a:t>
            </a:r>
            <a:r>
              <a:rPr lang="ko-KR" altLang="en-US" dirty="0"/>
              <a:t> </a:t>
            </a:r>
            <a:r>
              <a:rPr lang="ko-KR" altLang="en-US" dirty="0" err="1"/>
              <a:t>내용물및</a:t>
            </a:r>
            <a:r>
              <a:rPr lang="ko-KR" altLang="en-US" dirty="0"/>
              <a:t> 사진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2901664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300834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7782785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1262" y="458368"/>
            <a:ext cx="81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food</a:t>
            </a:r>
            <a:r>
              <a:rPr lang="ko-KR" altLang="en-US" dirty="0"/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17637" y="4435424"/>
            <a:ext cx="72327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dirty="0"/>
              <a:t>관련제품</a:t>
            </a:r>
          </a:p>
        </p:txBody>
      </p:sp>
    </p:spTree>
    <p:extLst>
      <p:ext uri="{BB962C8B-B14F-4D97-AF65-F5344CB8AC3E}">
        <p14:creationId xmlns:p14="http://schemas.microsoft.com/office/powerpoint/2010/main" val="105587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0"/>
            <a:ext cx="12192000" cy="110559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07337" y="451223"/>
            <a:ext cx="64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로고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8804" y="427521"/>
            <a:ext cx="1350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 err="1"/>
              <a:t>마끼아또</a:t>
            </a:r>
            <a:endParaRPr lang="en-US" altLang="ko-KR" b="1" u="sng" dirty="0"/>
          </a:p>
          <a:p>
            <a:r>
              <a:rPr lang="ko-KR" altLang="en-US" b="1" u="sng" dirty="0" err="1"/>
              <a:t>클릭시</a:t>
            </a:r>
            <a:endParaRPr lang="en-US" altLang="ko-KR" b="1" u="sng" dirty="0"/>
          </a:p>
          <a:p>
            <a:r>
              <a:rPr lang="ko-KR" alt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338" y="502237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아메리카노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7376" y="519204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카푸치노</a:t>
            </a:r>
            <a:r>
              <a:rPr lang="ko-KR" alt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3343" y="514706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라떼</a:t>
            </a:r>
            <a:r>
              <a:rPr lang="ko-KR" altLang="en-US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189"/>
            <a:ext cx="172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연한 색상 박스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7949" y="1280160"/>
            <a:ext cx="240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마끼아또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-1" y="1663129"/>
            <a:ext cx="12192000" cy="2344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74225" y="2389876"/>
            <a:ext cx="4422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마끼아또</a:t>
            </a:r>
            <a:r>
              <a:rPr lang="ko-KR" altLang="en-US" dirty="0"/>
              <a:t> </a:t>
            </a:r>
            <a:r>
              <a:rPr lang="ko-KR" altLang="en-US" dirty="0" err="1"/>
              <a:t>내용물및</a:t>
            </a:r>
            <a:r>
              <a:rPr lang="ko-KR" altLang="en-US" dirty="0"/>
              <a:t> 사진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2901664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300834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5002" y="451223"/>
            <a:ext cx="88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food</a:t>
            </a:r>
            <a:r>
              <a:rPr lang="ko-KR" altLang="en-US" dirty="0"/>
              <a:t>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7737" y="4332905"/>
            <a:ext cx="124140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/>
              <a:t>관련제품</a:t>
            </a:r>
          </a:p>
        </p:txBody>
      </p:sp>
    </p:spTree>
    <p:extLst>
      <p:ext uri="{BB962C8B-B14F-4D97-AF65-F5344CB8AC3E}">
        <p14:creationId xmlns:p14="http://schemas.microsoft.com/office/powerpoint/2010/main" val="3427496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0"/>
            <a:ext cx="12192000" cy="110559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20792" y="438170"/>
            <a:ext cx="64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로고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133" y="319868"/>
            <a:ext cx="1350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 err="1"/>
              <a:t>카푸치노</a:t>
            </a:r>
            <a:endParaRPr lang="en-US" altLang="ko-KR" b="1" u="sng" dirty="0"/>
          </a:p>
          <a:p>
            <a:r>
              <a:rPr lang="ko-KR" altLang="en-US" b="1" u="sng" dirty="0" err="1"/>
              <a:t>클릭시</a:t>
            </a:r>
            <a:endParaRPr lang="en-US" altLang="ko-KR" b="1" u="sng" dirty="0"/>
          </a:p>
          <a:p>
            <a:r>
              <a:rPr lang="ko-KR" alt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338" y="502237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아메리카노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1124" y="470837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마끼아또</a:t>
            </a:r>
            <a:r>
              <a:rPr lang="ko-KR" alt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3343" y="514706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라떼</a:t>
            </a:r>
            <a:r>
              <a:rPr lang="ko-KR" altLang="en-US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189"/>
            <a:ext cx="172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연한 색상 박스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7949" y="1280160"/>
            <a:ext cx="240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카푸치노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0" y="1663129"/>
            <a:ext cx="12192000" cy="2344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74225" y="2389876"/>
            <a:ext cx="4422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카푸치노</a:t>
            </a:r>
            <a:r>
              <a:rPr lang="ko-KR" altLang="en-US" dirty="0"/>
              <a:t> </a:t>
            </a:r>
            <a:r>
              <a:rPr lang="ko-KR" altLang="en-US" dirty="0" err="1"/>
              <a:t>내용물및</a:t>
            </a:r>
            <a:r>
              <a:rPr lang="ko-KR" altLang="en-US" dirty="0"/>
              <a:t> 사진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2901664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300834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379" y="4505497"/>
            <a:ext cx="182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관련 제품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0735" y="438170"/>
            <a:ext cx="87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food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9924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0"/>
            <a:ext cx="12192000" cy="110559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37418" y="458368"/>
            <a:ext cx="640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로고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9488" y="319868"/>
            <a:ext cx="1350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 err="1"/>
              <a:t>라떼</a:t>
            </a:r>
            <a:endParaRPr lang="en-US" altLang="ko-KR" b="1" u="sng" dirty="0"/>
          </a:p>
          <a:p>
            <a:r>
              <a:rPr lang="ko-KR" altLang="en-US" b="1" u="sng" dirty="0" err="1"/>
              <a:t>클릭시</a:t>
            </a:r>
            <a:endParaRPr lang="en-US" altLang="ko-KR" b="1" u="sng" dirty="0"/>
          </a:p>
          <a:p>
            <a:r>
              <a:rPr lang="ko-KR" alt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338" y="502237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아메리카노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7376" y="519204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카푸치노</a:t>
            </a:r>
            <a:r>
              <a:rPr lang="ko-KR" alt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001" y="458368"/>
            <a:ext cx="135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마끼아또</a:t>
            </a:r>
            <a:r>
              <a:rPr lang="ko-KR" altLang="en-US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189"/>
            <a:ext cx="1720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연한 색상 박스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7949" y="1280160"/>
            <a:ext cx="240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라떼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0" y="1663129"/>
            <a:ext cx="12192000" cy="2344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74225" y="2389876"/>
            <a:ext cx="4422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라떼</a:t>
            </a:r>
            <a:r>
              <a:rPr lang="ko-KR" altLang="en-US" dirty="0"/>
              <a:t> </a:t>
            </a:r>
            <a:r>
              <a:rPr lang="ko-KR" altLang="en-US" dirty="0" err="1"/>
              <a:t>내용물및</a:t>
            </a:r>
            <a:r>
              <a:rPr lang="ko-KR" altLang="en-US" dirty="0"/>
              <a:t> 사진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2901664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300834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7782785" y="4804756"/>
            <a:ext cx="1590332" cy="1338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79" y="4505497"/>
            <a:ext cx="182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관련 제품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963" y="458368"/>
            <a:ext cx="955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food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894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126</Words>
  <Application>Microsoft Office PowerPoint</Application>
  <PresentationFormat>와이드스크린</PresentationFormat>
  <Paragraphs>95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웹페이지 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웹페이지 기획</dc:title>
  <dc:creator>NSU</dc:creator>
  <cp:lastModifiedBy>진아영</cp:lastModifiedBy>
  <cp:revision>21</cp:revision>
  <dcterms:created xsi:type="dcterms:W3CDTF">2024-11-11T01:35:45Z</dcterms:created>
  <dcterms:modified xsi:type="dcterms:W3CDTF">2026-10-04T15:34:26Z</dcterms:modified>
</cp:coreProperties>
</file>