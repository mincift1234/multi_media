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79" d="100"/>
          <a:sy n="79" d="100"/>
        </p:scale>
        <p:origin x="77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33EA6-A46D-4576-94CE-63B0BD49473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F9EE5-1FC8-4323-9EDA-B154B96993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5063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33EA6-A46D-4576-94CE-63B0BD49473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F9EE5-1FC8-4323-9EDA-B154B96993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8809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33EA6-A46D-4576-94CE-63B0BD49473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F9EE5-1FC8-4323-9EDA-B154B96993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112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33EA6-A46D-4576-94CE-63B0BD49473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F9EE5-1FC8-4323-9EDA-B154B96993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7619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33EA6-A46D-4576-94CE-63B0BD49473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F9EE5-1FC8-4323-9EDA-B154B96993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5955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33EA6-A46D-4576-94CE-63B0BD49473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F9EE5-1FC8-4323-9EDA-B154B96993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5706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33EA6-A46D-4576-94CE-63B0BD49473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F9EE5-1FC8-4323-9EDA-B154B96993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9506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33EA6-A46D-4576-94CE-63B0BD49473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F9EE5-1FC8-4323-9EDA-B154B96993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316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33EA6-A46D-4576-94CE-63B0BD49473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F9EE5-1FC8-4323-9EDA-B154B96993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076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33EA6-A46D-4576-94CE-63B0BD49473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F9EE5-1FC8-4323-9EDA-B154B96993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7641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33EA6-A46D-4576-94CE-63B0BD49473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F9EE5-1FC8-4323-9EDA-B154B96993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7454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433EA6-A46D-4576-94CE-63B0BD49473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CF9EE5-1FC8-4323-9EDA-B154B96993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481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/>
          <p:cNvCxnSpPr/>
          <p:nvPr/>
        </p:nvCxnSpPr>
        <p:spPr>
          <a:xfrm>
            <a:off x="0" y="513567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/>
        </p:nvCxnSpPr>
        <p:spPr>
          <a:xfrm>
            <a:off x="1402915" y="0"/>
            <a:ext cx="0" cy="5103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03344" y="144235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로고</a:t>
            </a:r>
            <a:endParaRPr lang="en-US" altLang="ko-KR" dirty="0"/>
          </a:p>
        </p:txBody>
      </p:sp>
      <p:sp>
        <p:nvSpPr>
          <p:cNvPr id="9" name="TextBox 8"/>
          <p:cNvSpPr txBox="1"/>
          <p:nvPr/>
        </p:nvSpPr>
        <p:spPr>
          <a:xfrm>
            <a:off x="-476900" y="267697"/>
            <a:ext cx="22445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   (</a:t>
            </a:r>
            <a:r>
              <a:rPr lang="ko-KR" altLang="en-US" sz="1050" dirty="0"/>
              <a:t>클릭 시 현재 페이지로 이동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043825" y="141011"/>
            <a:ext cx="6848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신제품</a:t>
            </a:r>
            <a:r>
              <a:rPr lang="en-US" altLang="ko-KR" dirty="0"/>
              <a:t>/</a:t>
            </a:r>
            <a:r>
              <a:rPr lang="ko-KR" altLang="en-US" dirty="0"/>
              <a:t>디저트</a:t>
            </a:r>
            <a:r>
              <a:rPr lang="en-US" altLang="ko-KR" dirty="0"/>
              <a:t>/</a:t>
            </a:r>
            <a:r>
              <a:rPr lang="ko-KR" altLang="en-US" dirty="0"/>
              <a:t>이벤트</a:t>
            </a:r>
            <a:r>
              <a:rPr lang="en-US" altLang="ko-KR" dirty="0"/>
              <a:t>/</a:t>
            </a:r>
            <a:r>
              <a:rPr lang="ko-KR" altLang="en-US" dirty="0"/>
              <a:t>후기</a:t>
            </a:r>
            <a:r>
              <a:rPr lang="en-US" altLang="ko-KR" dirty="0"/>
              <a:t>/</a:t>
            </a:r>
            <a:r>
              <a:rPr lang="ko-KR" altLang="en-US" dirty="0"/>
              <a:t>주문</a:t>
            </a:r>
            <a:r>
              <a:rPr lang="en-US" altLang="ko-KR" dirty="0"/>
              <a:t>,</a:t>
            </a:r>
            <a:r>
              <a:rPr lang="ko-KR" altLang="en-US" dirty="0"/>
              <a:t>포장</a:t>
            </a:r>
            <a:r>
              <a:rPr lang="en-US" altLang="ko-KR" dirty="0"/>
              <a:t>(</a:t>
            </a:r>
            <a:r>
              <a:rPr lang="ko-KR" altLang="en-US" dirty="0"/>
              <a:t>메인 네비게이션</a:t>
            </a:r>
            <a:r>
              <a:rPr lang="en-US" altLang="ko-KR" dirty="0"/>
              <a:t>) (</a:t>
            </a:r>
            <a:r>
              <a:rPr lang="ko-KR" altLang="en-US" dirty="0"/>
              <a:t>탭 메뉴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11035430" y="141011"/>
            <a:ext cx="7515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로그인</a:t>
            </a:r>
            <a:endParaRPr lang="ko-KR" altLang="en-US" sz="1400" dirty="0"/>
          </a:p>
        </p:txBody>
      </p:sp>
      <p:cxnSp>
        <p:nvCxnSpPr>
          <p:cNvPr id="15" name="직선 연결선 14"/>
          <p:cNvCxnSpPr/>
          <p:nvPr/>
        </p:nvCxnSpPr>
        <p:spPr>
          <a:xfrm>
            <a:off x="-13437" y="3056351"/>
            <a:ext cx="122054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501125" y="1227736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메인 사진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69916" y="2687019"/>
            <a:ext cx="4597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사진</a:t>
            </a:r>
            <a:r>
              <a:rPr lang="en-US" altLang="ko-KR" dirty="0"/>
              <a:t>1,</a:t>
            </a:r>
            <a:r>
              <a:rPr lang="ko-KR" altLang="en-US" dirty="0"/>
              <a:t>사진</a:t>
            </a:r>
            <a:r>
              <a:rPr lang="en-US" altLang="ko-KR" dirty="0"/>
              <a:t>2,</a:t>
            </a:r>
            <a:r>
              <a:rPr lang="ko-KR" altLang="en-US" dirty="0"/>
              <a:t>사진</a:t>
            </a:r>
            <a:r>
              <a:rPr lang="en-US" altLang="ko-KR" dirty="0"/>
              <a:t>3(</a:t>
            </a:r>
            <a:r>
              <a:rPr lang="ko-KR" altLang="en-US" dirty="0"/>
              <a:t>클릭 시 이미지 롤 오버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23" name="직선 연결선 22"/>
          <p:cNvCxnSpPr/>
          <p:nvPr/>
        </p:nvCxnSpPr>
        <p:spPr>
          <a:xfrm>
            <a:off x="8417490" y="3056351"/>
            <a:ext cx="0" cy="38016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289083" y="3961636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대표메뉴소개영상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07505" y="4403177"/>
            <a:ext cx="3191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(</a:t>
            </a:r>
            <a:r>
              <a:rPr lang="ko-KR" altLang="en-US" dirty="0"/>
              <a:t>페이지 열면 바로 영상 재생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27" name="직선 연결선 26"/>
          <p:cNvCxnSpPr/>
          <p:nvPr/>
        </p:nvCxnSpPr>
        <p:spPr>
          <a:xfrm>
            <a:off x="1402915" y="3056351"/>
            <a:ext cx="0" cy="38331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/>
          <p:cNvCxnSpPr/>
          <p:nvPr/>
        </p:nvCxnSpPr>
        <p:spPr>
          <a:xfrm>
            <a:off x="-13437" y="4299931"/>
            <a:ext cx="141635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/>
          <p:cNvCxnSpPr/>
          <p:nvPr/>
        </p:nvCxnSpPr>
        <p:spPr>
          <a:xfrm>
            <a:off x="-13437" y="5624187"/>
            <a:ext cx="141635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287927" y="354468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신제품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2194" y="478826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이벤트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3344" y="609078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후기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3344" y="5229803"/>
            <a:ext cx="2335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(</a:t>
            </a:r>
            <a:r>
              <a:rPr lang="ko-KR" altLang="en-US" dirty="0" err="1"/>
              <a:t>클릭시</a:t>
            </a:r>
            <a:r>
              <a:rPr lang="ko-KR" altLang="en-US" dirty="0"/>
              <a:t> 이미지 변환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3424378" y="4788261"/>
            <a:ext cx="2908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신제품</a:t>
            </a:r>
            <a:r>
              <a:rPr lang="en-US" altLang="ko-KR" dirty="0"/>
              <a:t>,</a:t>
            </a:r>
            <a:r>
              <a:rPr lang="ko-KR" altLang="en-US" dirty="0"/>
              <a:t>이벤트</a:t>
            </a:r>
            <a:r>
              <a:rPr lang="en-US" altLang="ko-KR" dirty="0"/>
              <a:t>,</a:t>
            </a:r>
            <a:r>
              <a:rPr lang="ko-KR" altLang="en-US" dirty="0"/>
              <a:t>후기 이미지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1213394" y="760957"/>
            <a:ext cx="3429587" cy="33460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팝업창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300626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/>
          <p:cNvCxnSpPr/>
          <p:nvPr/>
        </p:nvCxnSpPr>
        <p:spPr>
          <a:xfrm>
            <a:off x="0" y="513567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/>
        </p:nvCxnSpPr>
        <p:spPr>
          <a:xfrm>
            <a:off x="1402915" y="0"/>
            <a:ext cx="0" cy="5103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78292" y="79456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로고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43825" y="141011"/>
            <a:ext cx="7063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u="sng" dirty="0">
                <a:solidFill>
                  <a:srgbClr val="7030A0"/>
                </a:solidFill>
              </a:rPr>
              <a:t>신제품</a:t>
            </a:r>
            <a:r>
              <a:rPr lang="en-US" altLang="ko-KR" dirty="0"/>
              <a:t>/</a:t>
            </a:r>
            <a:r>
              <a:rPr lang="ko-KR" altLang="en-US" dirty="0"/>
              <a:t>디저트</a:t>
            </a:r>
            <a:r>
              <a:rPr lang="en-US" altLang="ko-KR" dirty="0"/>
              <a:t>/</a:t>
            </a:r>
            <a:r>
              <a:rPr lang="ko-KR" altLang="en-US" dirty="0"/>
              <a:t>이벤트</a:t>
            </a:r>
            <a:r>
              <a:rPr lang="en-US" altLang="ko-KR" dirty="0"/>
              <a:t>/</a:t>
            </a:r>
            <a:r>
              <a:rPr lang="ko-KR" altLang="en-US" dirty="0"/>
              <a:t>후기</a:t>
            </a:r>
            <a:r>
              <a:rPr lang="en-US" altLang="ko-KR" dirty="0"/>
              <a:t>/</a:t>
            </a:r>
            <a:r>
              <a:rPr lang="ko-KR" altLang="en-US" dirty="0"/>
              <a:t>주문</a:t>
            </a:r>
            <a:r>
              <a:rPr lang="en-US" altLang="ko-KR" dirty="0"/>
              <a:t>,</a:t>
            </a:r>
            <a:r>
              <a:rPr lang="ko-KR" altLang="en-US" dirty="0"/>
              <a:t>포장</a:t>
            </a:r>
            <a:r>
              <a:rPr lang="en-US" altLang="ko-KR" dirty="0"/>
              <a:t>(</a:t>
            </a:r>
            <a:r>
              <a:rPr lang="ko-KR" altLang="en-US" dirty="0"/>
              <a:t>메인 네비게이션</a:t>
            </a:r>
            <a:r>
              <a:rPr lang="en-US" altLang="ko-KR" dirty="0"/>
              <a:t>) (</a:t>
            </a:r>
            <a:r>
              <a:rPr lang="ko-KR" altLang="en-US" dirty="0"/>
              <a:t>탭 메뉴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11035430" y="141011"/>
            <a:ext cx="7515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로그인</a:t>
            </a:r>
            <a:endParaRPr lang="ko-KR" altLang="en-US" sz="1400" dirty="0"/>
          </a:p>
        </p:txBody>
      </p:sp>
      <p:cxnSp>
        <p:nvCxnSpPr>
          <p:cNvPr id="3" name="직선 연결선 2"/>
          <p:cNvCxnSpPr/>
          <p:nvPr/>
        </p:nvCxnSpPr>
        <p:spPr>
          <a:xfrm>
            <a:off x="-13437" y="3344449"/>
            <a:ext cx="122054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298873" y="1650397"/>
            <a:ext cx="36760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가장 최근 메뉴 홍보 형태의 사진 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618306" y="3795386"/>
            <a:ext cx="3177080" cy="25678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메뉴</a:t>
            </a:r>
            <a:r>
              <a:rPr lang="en-US" altLang="ko-KR" dirty="0"/>
              <a:t>1(</a:t>
            </a:r>
            <a:r>
              <a:rPr lang="ko-KR" altLang="en-US" dirty="0"/>
              <a:t>가장 최신 메뉴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8" name="직사각형 27"/>
          <p:cNvSpPr/>
          <p:nvPr/>
        </p:nvSpPr>
        <p:spPr>
          <a:xfrm>
            <a:off x="4500741" y="3795386"/>
            <a:ext cx="3177080" cy="25678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메뉴</a:t>
            </a:r>
            <a:r>
              <a:rPr lang="en-US" altLang="ko-KR" dirty="0"/>
              <a:t>2(10</a:t>
            </a:r>
            <a:r>
              <a:rPr lang="ko-KR" altLang="en-US" dirty="0"/>
              <a:t>월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9" name="직사각형 28"/>
          <p:cNvSpPr/>
          <p:nvPr/>
        </p:nvSpPr>
        <p:spPr>
          <a:xfrm>
            <a:off x="8411582" y="3795386"/>
            <a:ext cx="3177080" cy="25678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메뉴</a:t>
            </a:r>
            <a:r>
              <a:rPr lang="en-US" altLang="ko-KR" dirty="0"/>
              <a:t>3(9</a:t>
            </a:r>
            <a:r>
              <a:rPr lang="ko-KR" altLang="en-US" dirty="0"/>
              <a:t>월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1049675" y="5336088"/>
            <a:ext cx="2417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(</a:t>
            </a:r>
            <a:r>
              <a:rPr lang="ko-KR" altLang="en-US" dirty="0"/>
              <a:t>클릭 시 페이지 이동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4921333" y="5336088"/>
            <a:ext cx="2417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(</a:t>
            </a:r>
            <a:r>
              <a:rPr lang="ko-KR" altLang="en-US" dirty="0"/>
              <a:t>클릭 시 페이지 이동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8832174" y="5336088"/>
            <a:ext cx="2417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(</a:t>
            </a:r>
            <a:r>
              <a:rPr lang="ko-KR" altLang="en-US" dirty="0"/>
              <a:t>클릭 시 페이지 이동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-476900" y="267697"/>
            <a:ext cx="22445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   (</a:t>
            </a:r>
            <a:r>
              <a:rPr lang="ko-KR" altLang="en-US" sz="1050" dirty="0"/>
              <a:t>클릭 시 메인 페이지로 이동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514315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137</Words>
  <Application>Microsoft Office PowerPoint</Application>
  <PresentationFormat>와이드스크린</PresentationFormat>
  <Paragraphs>25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NSU</dc:creator>
  <cp:lastModifiedBy>진아영</cp:lastModifiedBy>
  <cp:revision>14</cp:revision>
  <dcterms:created xsi:type="dcterms:W3CDTF">2024-11-11T01:27:43Z</dcterms:created>
  <dcterms:modified xsi:type="dcterms:W3CDTF">2026-10-04T15:31:52Z</dcterms:modified>
</cp:coreProperties>
</file>