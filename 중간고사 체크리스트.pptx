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3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57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60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05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94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85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32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1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96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8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C1690-2F2D-43FE-B681-CF822344E571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A1E90-9D0B-4B3E-915C-49B44A465E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8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50576" y="188259"/>
            <a:ext cx="664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맑은 고딕" panose="020B0503020000020004" pitchFamily="50" charset="-127"/>
              </a:rPr>
              <a:t>중간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고사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체크 리스트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31282"/>
              </p:ext>
            </p:extLst>
          </p:nvPr>
        </p:nvGraphicFramePr>
        <p:xfrm>
          <a:off x="421340" y="629310"/>
          <a:ext cx="8301318" cy="595884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732469">
                  <a:extLst>
                    <a:ext uri="{9D8B030D-6E8A-4147-A177-3AD203B41FA5}">
                      <a16:colId xmlns:a16="http://schemas.microsoft.com/office/drawing/2014/main" val="3331404570"/>
                    </a:ext>
                  </a:extLst>
                </a:gridCol>
                <a:gridCol w="6340684">
                  <a:extLst>
                    <a:ext uri="{9D8B030D-6E8A-4147-A177-3AD203B41FA5}">
                      <a16:colId xmlns:a16="http://schemas.microsoft.com/office/drawing/2014/main" val="3239602893"/>
                    </a:ext>
                  </a:extLst>
                </a:gridCol>
                <a:gridCol w="1228165">
                  <a:extLst>
                    <a:ext uri="{9D8B030D-6E8A-4147-A177-3AD203B41FA5}">
                      <a16:colId xmlns:a16="http://schemas.microsoft.com/office/drawing/2014/main" val="2766612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57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웹사이트 기획 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(PPT)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가 있습니까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? (PPT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로 제출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000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미 제출 시 </a:t>
                      </a:r>
                      <a:r>
                        <a:rPr lang="en-US" altLang="ko-KR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점 처리</a:t>
                      </a:r>
                      <a:r>
                        <a:rPr lang="en-US" altLang="ko-KR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 dirty="0">
                        <a:solidFill>
                          <a:srgbClr val="C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88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포토샵 파일이 있습니까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?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(index 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페이지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레이어가 살아 있게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제출하나요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? </a:t>
                      </a:r>
                      <a:r>
                        <a:rPr lang="en-US" altLang="ko-KR" sz="1000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미 제출 시 </a:t>
                      </a:r>
                      <a:r>
                        <a:rPr lang="en-US" altLang="ko-KR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점 처리</a:t>
                      </a:r>
                      <a:r>
                        <a:rPr lang="en-US" altLang="ko-KR" sz="1000" b="1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 dirty="0">
                        <a:solidFill>
                          <a:srgbClr val="C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endParaRPr lang="ko-KR" altLang="en-US" sz="100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51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폴더와 기본 파일이 제대로 구성되어 있나요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CSS/Images/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js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webfont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09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index.html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을 제작 하셨나요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72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반응형으로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제작 하셨나요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(PC/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모바일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102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CSS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초기화 작업이 되어 있나요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30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CSS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폴더 안에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reset.css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default.css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들어 있나요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18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CSS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분리되어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CSS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폴더에 있나요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(html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Style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태그 안에 있는 것 금지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582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이미지가 들어 있나요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이미지는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png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권장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jpg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무방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svg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무방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5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이미지의 이름이 영어로 되어있고 어떤 이미지 인지 알 수 있게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네이밍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되었나요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072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 폰트가 들어 있나요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 폰트는 반드시 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webfont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폴더 안에 저장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ttf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eot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woff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구글 폰트 및 폰트 다운로드 사이트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이용하세요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02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웹 폰트가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reset.css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폴더 안에 적혀 있나요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352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파비콘을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사용하였나요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파비콘의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링크를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index.html head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부분에 </a:t>
                      </a:r>
                      <a:r>
                        <a:rPr lang="ko-KR" altLang="en-US" sz="10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넣었나요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28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링크가 걸린 곳에는 빈 링크 처리 되어 있나요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? 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빈 링크는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#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을 사용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047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 폴더 명이 학번</a:t>
                      </a:r>
                      <a:r>
                        <a:rPr lang="en-US" altLang="ko-KR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lang="en-US" altLang="ko-KR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기말고사 로 되어 있나요</a:t>
                      </a:r>
                      <a:r>
                        <a:rPr lang="en-US" altLang="ko-KR" sz="1000" b="1" dirty="0" smtClean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endParaRPr lang="ko-KR" altLang="en-US" sz="1000" b="1" dirty="0" smtClean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212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487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207</Words>
  <Application>Microsoft Office PowerPoint</Application>
  <PresentationFormat>화면 슬라이드 쇼(4:3)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NSU</dc:creator>
  <cp:lastModifiedBy>NSU</cp:lastModifiedBy>
  <cp:revision>21</cp:revision>
  <dcterms:created xsi:type="dcterms:W3CDTF">2025-11-03T06:02:28Z</dcterms:created>
  <dcterms:modified xsi:type="dcterms:W3CDTF">2026-10-13T03:17:46Z</dcterms:modified>
</cp:coreProperties>
</file>